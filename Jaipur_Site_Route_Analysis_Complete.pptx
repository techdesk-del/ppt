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:\ppt\assets\single_complete_rout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365760"/>
            <a:ext cx="11277295" cy="731520"/>
          </a:xfrm>
          <a:prstGeom prst="roundRect">
            <a:avLst>
              <a:gd name="adj" fmla="val 12500"/>
            </a:avLst>
          </a:prstGeom>
          <a:solidFill>
            <a:srgbClr val="070B14">
              <a:alpha val="85000"/>
            </a:srgbClr>
          </a:solidFill>
          <a:ln w="19050">
            <a:solidFill>
              <a:srgbClr val="00FF6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31520" y="411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JAIPUR SITE COMPLETE CORRIDOR ACCESS &amp; HIGHWAY CONNECTIVITY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31520" y="7315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📍 GPS: 26°44'10.69"N, 75°52'21.88"E  |  JAIPUR RING ROAD (148C / TOLL ROAD)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046720" y="1371600"/>
            <a:ext cx="3657600" cy="4937760"/>
          </a:xfrm>
          <a:prstGeom prst="roundRect">
            <a:avLst>
              <a:gd name="adj" fmla="val 3750"/>
            </a:avLst>
          </a:prstGeom>
          <a:solidFill>
            <a:srgbClr val="0B132B">
              <a:alpha val="90000"/>
            </a:srgbClr>
          </a:solidFill>
          <a:ln w="19050">
            <a:solidFill>
              <a:srgbClr val="00FF6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21040" y="1554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ROUTE ANNOTATIONS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21040" y="1920240"/>
            <a:ext cx="310896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Highway Ingress (West):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from west road corridor passing Saral Bihari Temple.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Untitled Placemark Pin: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survey base at 26°44'10.69"N, 75°52'21.88"E.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North Arm (Mathurawala):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north towards Mathurawala sector grid.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Southbound Corridor Link: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linear bypass connecting south to Jaipur Ring Road.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Jaipur Ring Rd (148C / Toll):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Multi-lane high-speed expressway interchange loop.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Jaipur Complete Site Route &amp; Access Analysis</dc:title>
  <dc:subject>PptxGenJS Presentation</dc:subject>
  <dc:creator>Executive Engineering &amp; Leadership</dc:creator>
  <cp:lastModifiedBy>Executive Engineering &amp; Leadership</cp:lastModifiedBy>
  <cp:revision>1</cp:revision>
  <dcterms:created xsi:type="dcterms:W3CDTF">2026-09-02T06:12:12Z</dcterms:created>
  <dcterms:modified xsi:type="dcterms:W3CDTF">2026-09-02T06:12:12Z</dcterms:modified>
</cp:coreProperties>
</file>