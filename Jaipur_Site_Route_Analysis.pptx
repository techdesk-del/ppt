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solidFill>
            <a:srgbClr val="0B132B"/>
          </a:solidFill>
          <a:ln w="19050">
            <a:solidFill>
              <a:srgbClr val="00FF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JAIPUR COMPLETE CORRIDOR ACCESS ANALYSIS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Saral Bihari Corridor | Untitled Placemark | Navchetna School | Ring Road Interchange</a:t>
            </a:r>
            <a:endParaRPr lang="en-US" sz="1100" dirty="0"/>
          </a:p>
        </p:txBody>
      </p:sp>
      <p:pic>
        <p:nvPicPr>
          <p:cNvPr id="5" name="Image 0" descr="D:\ppt\assets\single_complete_rou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7498080" cy="4754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0" y="1371600"/>
            <a:ext cx="3474720" cy="4754880"/>
          </a:xfrm>
          <a:prstGeom prst="roundRect">
            <a:avLst>
              <a:gd name="adj" fmla="val 2632"/>
            </a:avLst>
          </a:prstGeom>
          <a:solidFill>
            <a:srgbClr val="0B13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0" y="1554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CORRIDOR TELEMETRY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1248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🛣️ Highway Ingress: Direct grade access off arterial corridor near Saral Bihari Temple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Untitled Placemark: Prime development sector pinpointed at 26°44'10.69"N, 75°52'21.88"E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🏫 Educational Landmark: Navchetna Mansik Avm Mook Badhir School terminal junction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Multi-Directional: Seamless bi-directional circulation to Balaji Temple &amp; Western Link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solidFill>
            <a:srgbClr val="0B132B"/>
          </a:solidFill>
          <a:ln w="19050">
            <a:solidFill>
              <a:srgbClr val="00FF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SITE ACCESS &amp; ROUTE NETWORK PLAN</a:t>
            </a:r>
            <a:endParaRPr lang="en-US" sz="1600" dirty="0"/>
          </a:p>
        </p:txBody>
      </p:sp>
      <p:pic>
        <p:nvPicPr>
          <p:cNvPr id="4" name="Image 0" descr="D:\ppt\assets\clean_single_complete_rou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Jaipur Complete Site Route &amp; Access Analysis</dc:title>
  <dc:subject>PptxGenJS Presentation</dc:subject>
  <dc:creator>Antigravity Geospatial Engine</dc:creator>
  <cp:lastModifiedBy>Antigravity Geospatial Engine</cp:lastModifiedBy>
  <cp:revision>1</cp:revision>
  <dcterms:created xsi:type="dcterms:W3CDTF">2026-09-02T11:21:44Z</dcterms:created>
  <dcterms:modified xsi:type="dcterms:W3CDTF">2026-09-02T11:21:44Z</dcterms:modified>
</cp:coreProperties>
</file>