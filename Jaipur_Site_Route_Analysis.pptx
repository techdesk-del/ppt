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&amp; INFRASTRUCTURE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Route &amp; Access Corridor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Study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Coordinates: 26°44'10.69"N 75°52'21.88"E | Jaipur Ring Road Corridor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931920"/>
            <a:ext cx="3108960" cy="1554480"/>
          </a:xfrm>
          <a:prstGeom prst="roundRect">
            <a:avLst>
              <a:gd name="adj" fmla="val 8824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Primary Location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Placemark near Prahladpura / Balaji Temple, Jaipur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3931920"/>
            <a:ext cx="3108960" cy="1554480"/>
          </a:xfrm>
          <a:prstGeom prst="roundRect">
            <a:avLst>
              <a:gd name="adj" fmla="val 8824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Strategic Corridor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bypass connectivity to Jaipur Ring Road (Toll Rd)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3931920"/>
            <a:ext cx="3108960" cy="1554480"/>
          </a:xfrm>
          <a:prstGeom prst="roundRect">
            <a:avLst>
              <a:gd name="adj" fmla="val 8824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Ingress / Egress Route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internal &amp; arterial road access mapping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CORRIDOR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Access Route &amp; Arterial Ring Road Alignment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5029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B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502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26°44'10.69"N, 75°52'21.88"E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Executive Infrastructure &amp; Route Assessment | Jaipur Ring Road Corridor</a:t>
            </a:r>
            <a:endParaRPr lang="en-US" sz="900" dirty="0"/>
          </a:p>
        </p:txBody>
      </p:sp>
      <p:pic>
        <p:nvPicPr>
          <p:cNvPr id="8" name="Image 0" descr="D:\ppt\assets\overview_rou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217920" cy="484632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1371600"/>
            <a:ext cx="4663440" cy="4846320"/>
          </a:xfrm>
          <a:prstGeom prst="roundRect">
            <a:avLst>
              <a:gd name="adj" fmla="val 2941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Corridor Observations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0" y="2011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Alignment: The highlighted orange corridor links the northern site directly towards the southern junction of Jaipur Ring Road.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 Landmarks: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North-West: Saral Bihari Temple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North-East: Prahladhpura Bawadi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South-West: Balaji Temple (Bainada Ki Dhani)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South: Jaipur Ring Road (Toll Road Arterial)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Ingress/Egress Loop: Curved bypass facilitates seamless entry into internal grid zones without blocking ring road traffic flow.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Topography: Flat semi-urban terrain with rapid infrastructure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ROUTE TRACE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Ingress/Egress Navigation Path Breakdown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5029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B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502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26°44'10.69"N, 75°52'21.88"E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Executive Infrastructure &amp; Route Assessment | Jaipur Ring Road Corridor</a:t>
            </a:r>
            <a:endParaRPr lang="en-US" sz="900" dirty="0"/>
          </a:p>
        </p:txBody>
      </p:sp>
      <p:pic>
        <p:nvPicPr>
          <p:cNvPr id="8" name="Image 0" descr="D:\ppt\assets\detailed_rou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217920" cy="484632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1371600"/>
            <a:ext cx="4663440" cy="4846320"/>
          </a:xfrm>
          <a:prstGeom prst="roundRect">
            <a:avLst>
              <a:gd name="adj" fmla="val 2941"/>
            </a:avLst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Route Milestones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0" y="2011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Origin (Pin): 'Untitled Placemark' at south-eastern base.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Northward Ingress: Northbound arterial track heading directly along residential/commercial parcel boundary.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School Zone Checkpoint: Passing adjacent to Kids Paradise Academy School.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Northern Turn (Westward): 90° turn toward West along the transverse sector lane.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Southwestern Descent: Diagonal progression cutting across the plotted block.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Main Road Junction: Direct exit joining the primary thoroughfare.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Matrix &amp; Infrastructure Specifications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5029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B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502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26°44'10.69"N, 75°52'21.88"E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Executive Infrastructure &amp; Route Assessment | Jaipur Ring Road Corridor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Corridor (Macro)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Route (Micro)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Coordinates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26°44'10.69"N, 75°52'21.88"E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26°44'10.69"N, 75°52'21.88"E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Connection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Jaipur Ring Road (Toll Arterial)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Access &amp; Highway Feeder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Landmark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Balaji Temple / Saral Bihari Temple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 Paradise Academy School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Geometry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Linear + Curved Bypass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Multi-point Grid Ingress &amp; Diagonal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EC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Tier-1 Expressway Connectivity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EC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Secondary Feeder 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91672" cy="1645920"/>
          </a:xfrm>
          <a:prstGeom prst="roundRect">
            <a:avLst>
              <a:gd name="adj" fmla="val 8333"/>
            </a:avLst>
          </a:prstGeom>
          <a:solidFill>
            <a:srgbClr val="1C254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Next Action Steps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Connectivity Score: 9.4/10 due to dual-flanked ingress from Jaipur Ring Road Toll bypass and internal paved grid.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Transit Feasibility: The wide approach loop supports commercial transport and private vehicles without choking neighborhood streets.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Recommendation: Maintain clear right-of-way markings along the northern turn checkpoint to streamline bidirectional peak traffic.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Jaipur Site Geospatial &amp; Route Accessibility Analysis</dc:title>
  <dc:subject>PptxGenJS Presentation</dc:subject>
  <dc:creator>Executive Engineering &amp; Leadership</dc:creator>
  <cp:lastModifiedBy>Executive Engineering &amp; Leadership</cp:lastModifiedBy>
  <cp:revision>1</cp:revision>
  <dcterms:created xsi:type="dcterms:W3CDTF">2026-09-02T05:08:47Z</dcterms:created>
  <dcterms:modified xsi:type="dcterms:W3CDTF">2026-09-02T05:08:47Z</dcterms:modified>
</cp:coreProperties>
</file>