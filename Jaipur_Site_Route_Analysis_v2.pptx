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pt\assets\clean_overview_rout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31520" y="457200"/>
            <a:ext cx="10728655" cy="640080"/>
          </a:xfrm>
          <a:prstGeom prst="roundRect">
            <a:avLst>
              <a:gd name="adj" fmla="val 14286"/>
            </a:avLst>
          </a:prstGeom>
          <a:solidFill>
            <a:srgbClr val="0B132B">
              <a:alpha val="85000"/>
            </a:srgbClr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📍 GPS TARGET: 26°44'10.69"N, 75°52'21.88"E  |  ZONE: JAIPUR RING ROAD (TOLL ROAD) CORRIDOR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6858000" cy="4389120"/>
          </a:xfrm>
          <a:prstGeom prst="roundRect">
            <a:avLst>
              <a:gd name="adj" fmla="val 3125"/>
            </a:avLst>
          </a:prstGeom>
          <a:solidFill>
            <a:srgbClr val="0B132B">
              <a:alpha val="90000"/>
            </a:srgbClr>
          </a:solidFill>
          <a:ln w="25400">
            <a:solidFill>
              <a:srgbClr val="FF55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192024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ROUTE NAVIGATION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" y="2240280"/>
            <a:ext cx="6217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Route &amp; Access Corridor Study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097280" y="347472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High-visibility geospatial tracking, turn-by-turn road alignment, and direct highway connectivity for the marked survey parcel.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097280" y="4389120"/>
            <a:ext cx="6126480" cy="411480"/>
          </a:xfrm>
          <a:prstGeom prst="roundRect">
            <a:avLst>
              <a:gd name="adj" fmla="val 17778"/>
            </a:avLst>
          </a:prstGeom>
          <a:solidFill>
            <a:srgbClr val="1C2541">
              <a:alpha val="80000"/>
            </a:srgbClr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34440" y="43891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Target Coordinate: 26°44'10.69"N 75°52'21.88"E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097280" y="4892040"/>
            <a:ext cx="6126480" cy="411480"/>
          </a:xfrm>
          <a:prstGeom prst="roundRect">
            <a:avLst>
              <a:gd name="adj" fmla="val 17778"/>
            </a:avLst>
          </a:prstGeom>
          <a:solidFill>
            <a:srgbClr val="1C2541">
              <a:alpha val="80000"/>
            </a:srgbClr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34440" y="489204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Expressway Access: Jaipur Ring Rd Direct Link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097280" y="5394960"/>
            <a:ext cx="6126480" cy="411480"/>
          </a:xfrm>
          <a:prstGeom prst="roundRect">
            <a:avLst>
              <a:gd name="adj" fmla="val 17778"/>
            </a:avLst>
          </a:prstGeom>
          <a:solidFill>
            <a:srgbClr val="1C2541">
              <a:alpha val="80000"/>
            </a:srgbClr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34440" y="53949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Ingress Classification: Dual-Tier Arterial &amp; Sector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pt\assets\clean_overview_rout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11277295" cy="731520"/>
          </a:xfrm>
          <a:prstGeom prst="roundRect">
            <a:avLst>
              <a:gd name="adj" fmla="val 12500"/>
            </a:avLst>
          </a:prstGeom>
          <a:solidFill>
            <a:srgbClr val="070B14">
              <a:alpha val="85000"/>
            </a:srgbClr>
          </a:solidFill>
          <a:ln w="19050">
            <a:solidFill>
              <a:srgbClr val="FF55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4114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// MACRO OVERVIEW - DIRECT ROUTE TO JAIPUR RING ROAD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" y="731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GPS: 26°44'10.69"N, 75°52'21.88"E  |  CORRIDOR LENGTH: ~1.2 KM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046720" y="1371600"/>
            <a:ext cx="3657600" cy="4937760"/>
          </a:xfrm>
          <a:prstGeom prst="roundRect">
            <a:avLst>
              <a:gd name="adj" fmla="val 3750"/>
            </a:avLst>
          </a:prstGeom>
          <a:solidFill>
            <a:srgbClr val="0B132B">
              <a:alpha val="88000"/>
            </a:srgbClr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21040" y="1554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POINT-OUT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32104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Road Elements Marked: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321040" y="224028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Origin Pin: North sector starting point at 26°44'10.69"N, 75°52'21.88"E.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🛣️ Orange Main Corridor: High-capacity direct bypass path heading South-Southeast.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Secondary Ingress Loop: Curved orange feeder providing transit access to western residential/commercial plots.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Highway Terminal: Direct merging onto Jaipur Ring Road (Toll road).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Nearby Landmarks: Saral Bihari Temple (NW), Balaji Temple (SW), Prahladhpura Bawadi (NE).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pt\assets\clean_detailed_rout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11277295" cy="731520"/>
          </a:xfrm>
          <a:prstGeom prst="roundRect">
            <a:avLst>
              <a:gd name="adj" fmla="val 12500"/>
            </a:avLst>
          </a:prstGeom>
          <a:solidFill>
            <a:srgbClr val="070B14">
              <a:alpha val="85000"/>
            </a:srgbClr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4114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// MICRO NAVIGATION - TURN-BY-TURN INGRESS / EGRESS ROUTE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" y="731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START: UNTITLED PLACEMARK  ➔  END: ARTERIAL HIGHWAY ACCESS ROAD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840480" cy="5120640"/>
          </a:xfrm>
          <a:prstGeom prst="roundRect">
            <a:avLst>
              <a:gd name="adj" fmla="val 3571"/>
            </a:avLst>
          </a:prstGeom>
          <a:solidFill>
            <a:srgbClr val="0B132B">
              <a:alpha val="90000"/>
            </a:srgbClr>
          </a:solidFill>
          <a:ln w="19050">
            <a:solidFill>
              <a:srgbClr val="FF55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463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TURN-BY-TURN MILESTONES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1828800"/>
            <a:ext cx="32918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START POINT (Placemark):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at 'Untitled placemark' pin at South-East sector base.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NORTHBOUND TRACK (Straight):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Traversing North along the paved sector boundary road past Kids Paradise Academy School.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90° WESTWARD TURN (Checkpoint):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left turn onto the transverse cross-sector street.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SOUTHWEST DIAGONAL CUT: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down the diagonal connecting feeder lane.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5️⃣ HIGHWAY JUNCTION (Exit):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entry merge onto the primary Arterial Access Highway.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pt\assets\clean_detailed_rout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914400" y="731520"/>
            <a:ext cx="10362895" cy="5394960"/>
          </a:xfrm>
          <a:prstGeom prst="roundRect">
            <a:avLst>
              <a:gd name="adj" fmla="val 3390"/>
            </a:avLst>
          </a:prstGeom>
          <a:solidFill>
            <a:srgbClr val="0B132B">
              <a:alpha val="90000"/>
            </a:srgbClr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80160" y="1005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ENGINEERING &amp; INFRASTRUCTURE FEASIBILITY MATRIX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280160" y="1554480"/>
            <a:ext cx="4572000" cy="1737360"/>
          </a:xfrm>
          <a:prstGeom prst="roundRect">
            <a:avLst>
              <a:gd name="adj" fmla="val 6316"/>
            </a:avLst>
          </a:prstGeom>
          <a:solidFill>
            <a:srgbClr val="1C2541">
              <a:alpha val="80000"/>
            </a:srgbClr>
          </a:solidFill>
          <a:ln w="19050">
            <a:solidFill>
              <a:srgbClr val="FF55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08760" y="1737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GPS Positioning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508760" y="210312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26°44'10.69"N, 75°52'21.88"E verified against Google Earth survey data.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26480" y="1554480"/>
            <a:ext cx="4572000" cy="1737360"/>
          </a:xfrm>
          <a:prstGeom prst="roundRect">
            <a:avLst>
              <a:gd name="adj" fmla="val 6316"/>
            </a:avLst>
          </a:prstGeom>
          <a:solidFill>
            <a:srgbClr val="1C2541">
              <a:alpha val="80000"/>
            </a:srgbClr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1737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🛣️ Expressway Proximity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55080" y="210312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feeder loop connecting into Jaipur Ring Road Toll Expressway in &lt; 450 meters.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280160" y="3474720"/>
            <a:ext cx="4572000" cy="1737360"/>
          </a:xfrm>
          <a:prstGeom prst="roundRect">
            <a:avLst>
              <a:gd name="adj" fmla="val 6316"/>
            </a:avLst>
          </a:prstGeom>
          <a:solidFill>
            <a:srgbClr val="1C2541">
              <a:alpha val="80000"/>
            </a:srgbClr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08760" y="3657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Logistics Clearance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508760" y="40233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Two-lane approach road with wide turning radius capable of heavy commercial vehicular transit.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26480" y="3474720"/>
            <a:ext cx="4572000" cy="1737360"/>
          </a:xfrm>
          <a:prstGeom prst="roundRect">
            <a:avLst>
              <a:gd name="adj" fmla="val 6316"/>
            </a:avLst>
          </a:prstGeom>
          <a:solidFill>
            <a:srgbClr val="1C2541">
              <a:alpha val="8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3657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Ingress Redundancy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55080" y="40233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ingress paths prevent bottlenecks and allow separate passenger/commercial vehicle routing.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Jaipur Site Real-Time Route &amp; Access Analysis</dc:title>
  <dc:subject>PptxGenJS Presentation</dc:subject>
  <dc:creator>Executive Engineering &amp; Leadership</dc:creator>
  <cp:lastModifiedBy>Executive Engineering &amp; Leadership</cp:lastModifiedBy>
  <cp:revision>1</cp:revision>
  <dcterms:created xsi:type="dcterms:W3CDTF">2026-09-02T05:24:01Z</dcterms:created>
  <dcterms:modified xsi:type="dcterms:W3CDTF">2026-09-02T05:24:01Z</dcterms:modified>
</cp:coreProperties>
</file>