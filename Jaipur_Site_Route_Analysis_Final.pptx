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pt\assets\clean_overview_rou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31520" y="457200"/>
            <a:ext cx="10728655" cy="640080"/>
          </a:xfrm>
          <a:prstGeom prst="roundRect">
            <a:avLst>
              <a:gd name="adj" fmla="val 14286"/>
            </a:avLst>
          </a:prstGeom>
          <a:solidFill>
            <a:srgbClr val="0B132B">
              <a:alpha val="85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📍 GPS TARGET: 26°44'10.69"N, 75°52'21.88"E  |  ZONE: JAIPUR RING ROAD (TOLL ROAD) CORRIDOR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6858000" cy="4389120"/>
          </a:xfrm>
          <a:prstGeom prst="roundRect">
            <a:avLst>
              <a:gd name="adj" fmla="val 3125"/>
            </a:avLst>
          </a:prstGeom>
          <a:solidFill>
            <a:srgbClr val="0B132B">
              <a:alpha val="90000"/>
            </a:srgbClr>
          </a:solidFill>
          <a:ln w="25400">
            <a:solidFill>
              <a:srgbClr val="FF5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19202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ROUTE NAVIGATION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97280" y="2240280"/>
            <a:ext cx="6217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&amp; Access Corridor Study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97280" y="347472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High-visibility geospatial tracking, turn-by-turn road alignment, and direct highway connectivity for the marked survey parcel.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097280" y="438912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1C2541">
              <a:alpha val="80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43891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 Coordinate: 26°44'10.69"N 75°52'21.88"E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097280" y="489204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1C2541">
              <a:alpha val="80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489204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Expressway Access: Jaipur Ring Rd Direct Link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97280" y="5394960"/>
            <a:ext cx="6126480" cy="411480"/>
          </a:xfrm>
          <a:prstGeom prst="roundRect">
            <a:avLst>
              <a:gd name="adj" fmla="val 17778"/>
            </a:avLst>
          </a:prstGeom>
          <a:solidFill>
            <a:srgbClr val="1C2541">
              <a:alpha val="80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234440" y="53949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Ingress Classification: Dual-Tier Arterial &amp; Sector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pt\assets\clean_overview_rou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11277295" cy="731520"/>
          </a:xfrm>
          <a:prstGeom prst="roundRect">
            <a:avLst>
              <a:gd name="adj" fmla="val 12500"/>
            </a:avLst>
          </a:prstGeom>
          <a:solidFill>
            <a:srgbClr val="070B14">
              <a:alpha val="85000"/>
            </a:srgbClr>
          </a:solidFill>
          <a:ln w="19050">
            <a:solidFill>
              <a:srgbClr val="FF550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411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// MACRO OVERVIEW - DIRECT ROUTE TO JAIPUR RING ROAD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GPS: 26°44'10.69"N, 75°52'21.88"E  |  CORRIDOR LENGTH: ~1.2 KM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46720" y="1371600"/>
            <a:ext cx="3657600" cy="4937760"/>
          </a:xfrm>
          <a:prstGeom prst="roundRect">
            <a:avLst>
              <a:gd name="adj" fmla="val 3750"/>
            </a:avLst>
          </a:prstGeom>
          <a:solidFill>
            <a:srgbClr val="0B132B">
              <a:alpha val="88000"/>
            </a:srgbClr>
          </a:solidFill>
          <a:ln w="12700">
            <a:solidFill>
              <a:srgbClr val="3A50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554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POINT-OUT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21040" y="1828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Road Elements Marked: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321040" y="2240280"/>
            <a:ext cx="31089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Origin Pin: North sector starting point at 26°44'10.69"N, 75°52'21.88"E.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Orange Main Corridor: High-capacity direct bypass path heading South-Southeast.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Secondary Ingress Loop: Curved orange feeder providing transit access to western residential/commercial plots.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Highway Terminal: Direct merging onto Jaipur Ring Road (Toll road).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Nearby Landmarks: Saral Bihari Temple (NW), Balaji Temple (SW), Prahladhpura Bawadi (NE).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pt\assets\clean_detailed_rou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11277295" cy="731520"/>
          </a:xfrm>
          <a:prstGeom prst="roundRect">
            <a:avLst>
              <a:gd name="adj" fmla="val 12500"/>
            </a:avLst>
          </a:prstGeom>
          <a:solidFill>
            <a:srgbClr val="070B14">
              <a:alpha val="85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411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// MICRO NAVIGATION - TURN-BY-TURN INGRESS / EGRESS ROUTE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UNTITLED PLACEMARK  ➔  END: ARTERIAL HIGHWAY ACCESS ROAD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840480" cy="5120640"/>
          </a:xfrm>
          <a:prstGeom prst="roundRect">
            <a:avLst>
              <a:gd name="adj" fmla="val 3571"/>
            </a:avLst>
          </a:prstGeom>
          <a:solidFill>
            <a:srgbClr val="0B132B">
              <a:alpha val="90000"/>
            </a:srgbClr>
          </a:solidFill>
          <a:ln w="19050">
            <a:solidFill>
              <a:srgbClr val="FF5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MILESTONES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828800"/>
            <a:ext cx="32918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START POINT (Highway Ingress):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at South-West Main Arterial Highway merging connection.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DIAGONAL TRANSIT (North-East):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North-East across the planned parcel sector lane.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EASTWARD CROSS STREET: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East onto the transverse cross-sector connector road.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NORTHBOUND CORRIDOR (Arrow Direction):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North past Kids Paradise Academy School following the marked Orange Arrow.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NORTH BYPASS TERMINAL: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the northern arterial junction as pointed by the directional arrow head.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FEEDER LINK: Direct connector from 'Untitled Placemark' base (26°44'10.69"N, 75°52'21.88"E).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pt\assets\clean_detailed_rou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" y="731520"/>
            <a:ext cx="10362895" cy="5394960"/>
          </a:xfrm>
          <a:prstGeom prst="roundRect">
            <a:avLst>
              <a:gd name="adj" fmla="val 3390"/>
            </a:avLst>
          </a:prstGeom>
          <a:solidFill>
            <a:srgbClr val="0B132B">
              <a:alpha val="90000"/>
            </a:srgbClr>
          </a:solidFill>
          <a:ln w="25400">
            <a:solidFill>
              <a:srgbClr val="00E5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80160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ENGINEERING &amp; INFRASTRUCTURE FEASIBILITY MATRIX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280160" y="155448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1C2541">
              <a:alpha val="80000"/>
            </a:srgbClr>
          </a:solidFill>
          <a:ln w="19050">
            <a:solidFill>
              <a:srgbClr val="FF55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50876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GPS Positioning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50876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26°44'10.69"N, 75°52'21.88"E verified against Google Earth survey data.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55448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1C2541">
              <a:alpha val="80000"/>
            </a:srgbClr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Expressway Proximity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55080" y="210312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feeder loop connecting into Jaipur Ring Road Toll Expressway in &lt; 450 meters.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280160" y="347472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1C2541">
              <a:alpha val="80000"/>
            </a:srgbClr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0876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Logistics Clearance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4023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Two-lane approach road with wide turning radius capable of heavy commercial vehicular transit.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47472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1C2541">
              <a:alpha val="8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508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Ingress Redundancy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55080" y="4023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ingress paths prevent bottlenecks and allow separate passenger/commercial vehicle routing.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Jaipur Site Real-Time Route &amp; Access Analysis</dc:title>
  <dc:subject>PptxGenJS Presentation</dc:subject>
  <dc:creator>Executive Engineering &amp; Leadership</dc:creator>
  <cp:lastModifiedBy>Executive Engineering &amp; Leadership</cp:lastModifiedBy>
  <cp:revision>1</cp:revision>
  <dcterms:created xsi:type="dcterms:W3CDTF">2026-09-02T05:42:12Z</dcterms:created>
  <dcterms:modified xsi:type="dcterms:W3CDTF">2026-09-02T05:42:12Z</dcterms:modified>
</cp:coreProperties>
</file>